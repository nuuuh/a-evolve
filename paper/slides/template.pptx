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1422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9137EEE-C463-8C4C-BC69-ADF1992A6FEC}">
          <p14:sldIdLst>
            <p14:sldId id="256"/>
            <p14:sldId id="14224"/>
          </p14:sldIdLst>
        </p14:section>
        <p14:section name="Default Section" id="{4157D9D1-C584-41F1-B2F5-B3DEFD68774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B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79"/>
    <p:restoredTop sz="90313"/>
  </p:normalViewPr>
  <p:slideViewPr>
    <p:cSldViewPr snapToGrid="0">
      <p:cViewPr varScale="1">
        <p:scale>
          <a:sx n="110" d="100"/>
          <a:sy n="110" d="100"/>
        </p:scale>
        <p:origin x="1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CB49E-DDCF-4B4D-80F8-F626A357EAA5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810C8-0389-5A48-817E-CE253F883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83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810C8-0389-5A48-817E-CE253F8832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81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A4-06FC-32FB-45DD-F99520655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24D95E-FE41-E552-75D2-FC3F428C9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294B38-9C85-BCD6-BDA7-CFEE3368E0BE}"/>
              </a:ext>
            </a:extLst>
          </p:cNvPr>
          <p:cNvSpPr txBox="1"/>
          <p:nvPr userDrawn="1"/>
        </p:nvSpPr>
        <p:spPr>
          <a:xfrm>
            <a:off x="4901609" y="66240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306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04C1-47A3-4F0D-2116-8D8F4814B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ADEAC-D9EB-5FFD-7070-CDEC6C507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592"/>
            <a:ext cx="10515600" cy="477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971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2EE01-EB2E-A8F0-650C-0CF9BB0F9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6868"/>
            <a:ext cx="10515600" cy="1322125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2D19B-26B8-458C-ACAE-5EF74A9A2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825981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493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0F343-94CA-7105-1944-D56E7AB808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08922"/>
            <a:ext cx="5181600" cy="4768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8EACF-816E-AA15-6CF5-205863FF8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08922"/>
            <a:ext cx="5181600" cy="4768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7EA81DD-805C-BAE5-9D16-8AC6AF9A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5739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5D69A-7DA9-212D-5C33-0F29ECFA7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B5980-8DF6-25FE-4B72-867F0E15E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355CF5-88FB-3416-1715-B53C6015F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85FB5-8D7B-4915-9E01-1A95556902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360416-D0A5-CBBB-D0DE-43A4FE2F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1080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73C7BB3-8A79-F784-6EF6-F8B283C2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3625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0724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F9AC8-C496-339F-CF31-0031AD50E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54D3A-B077-0F9B-A950-821AE0613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3EAFA7-BF17-C779-9959-FCCF0F8E7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7661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C7CB2-EF52-EED5-AC90-CB9CD18F1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506449-7A90-EF10-0275-6BA768CD5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7703B-3EAB-B887-EFDE-462E0DC31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1495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1405D-A955-C07C-DBDC-6E5760D2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99B20-4C5D-30E5-14B3-931C59333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8263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8ECE6C-B75D-F4BE-505B-6EFCAD7209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BCB58-02F1-ECDF-CCBD-518B862E7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049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8FAF52-27A0-725A-E5D8-E778EC055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EBD48-3840-C2A0-CC53-18213BE6D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A0FAC4-2331-FBB4-AA79-B1C7DC7A5552}"/>
              </a:ext>
            </a:extLst>
          </p:cNvPr>
          <p:cNvSpPr/>
          <p:nvPr userDrawn="1"/>
        </p:nvSpPr>
        <p:spPr>
          <a:xfrm>
            <a:off x="0" y="6445198"/>
            <a:ext cx="12192000" cy="412801"/>
          </a:xfrm>
          <a:prstGeom prst="rect">
            <a:avLst/>
          </a:prstGeom>
          <a:solidFill>
            <a:srgbClr val="232B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2F65274-09C3-31C7-2284-70B3EA48E8E3}"/>
              </a:ext>
            </a:extLst>
          </p:cNvPr>
          <p:cNvSpPr txBox="1">
            <a:spLocks/>
          </p:cNvSpPr>
          <p:nvPr userDrawn="1"/>
        </p:nvSpPr>
        <p:spPr>
          <a:xfrm>
            <a:off x="131618" y="6445198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377BCD-D4F2-C14B-B8E2-5984C3AA3000}" type="datetimeFigureOut">
              <a:rPr lang="en-US" smtClean="0"/>
              <a:pPr/>
              <a:t>4/28/26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4C031F7-8762-4BBC-ADEC-9C072A45FDDF}"/>
              </a:ext>
            </a:extLst>
          </p:cNvPr>
          <p:cNvSpPr txBox="1">
            <a:spLocks/>
          </p:cNvSpPr>
          <p:nvPr userDrawn="1"/>
        </p:nvSpPr>
        <p:spPr>
          <a:xfrm>
            <a:off x="3841173" y="646453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Zewen Liu (zewen.liu@emory.edu)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F355EF9-4108-FCB3-2FA0-89B1B17E64C0}"/>
              </a:ext>
            </a:extLst>
          </p:cNvPr>
          <p:cNvSpPr txBox="1">
            <a:spLocks/>
          </p:cNvSpPr>
          <p:nvPr userDrawn="1"/>
        </p:nvSpPr>
        <p:spPr>
          <a:xfrm>
            <a:off x="8776855" y="6445198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9FBD3BA-7D4F-1A48-B374-7B50AA81DAF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241B103-8EAB-69A2-543F-CB17155A6726}"/>
              </a:ext>
            </a:extLst>
          </p:cNvPr>
          <p:cNvGrpSpPr/>
          <p:nvPr userDrawn="1"/>
        </p:nvGrpSpPr>
        <p:grpSpPr>
          <a:xfrm>
            <a:off x="11119425" y="6492869"/>
            <a:ext cx="829608" cy="339385"/>
            <a:chOff x="11024755" y="6481972"/>
            <a:chExt cx="942364" cy="38551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A447F7F-A8D2-BC65-CCBF-78C8DD3DBF2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3">
              <a:clrChange>
                <a:clrFrom>
                  <a:srgbClr val="224D9B"/>
                </a:clrFrom>
                <a:clrTo>
                  <a:srgbClr val="224D9B">
                    <a:alpha val="0"/>
                  </a:srgbClr>
                </a:clrTo>
              </a:clrChange>
            </a:blip>
            <a:srcRect t="72814" b="9880"/>
            <a:stretch/>
          </p:blipFill>
          <p:spPr>
            <a:xfrm>
              <a:off x="11072990" y="6712741"/>
              <a:ext cx="894129" cy="154744"/>
            </a:xfrm>
            <a:prstGeom prst="rect">
              <a:avLst/>
            </a:prstGeom>
          </p:spPr>
        </p:pic>
        <p:pic>
          <p:nvPicPr>
            <p:cNvPr id="15" name="Picture 8" descr="Emory University Logo and symbol, meaning, history, PNG, brand">
              <a:extLst>
                <a:ext uri="{FF2B5EF4-FFF2-40B4-BE49-F238E27FC236}">
                  <a16:creationId xmlns:a16="http://schemas.microsoft.com/office/drawing/2014/main" id="{22AD60FD-F9AD-B7E6-7994-4D2E8E4AD51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14">
              <a:clrChange>
                <a:clrFrom>
                  <a:srgbClr val="004990"/>
                </a:clrFrom>
                <a:clrTo>
                  <a:srgbClr val="00499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291" t="28431" r="2482" b="44341"/>
            <a:stretch/>
          </p:blipFill>
          <p:spPr bwMode="auto">
            <a:xfrm>
              <a:off x="11024755" y="6481972"/>
              <a:ext cx="917486" cy="2187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8759CD7D-EA15-0ADB-4F1B-CE1685F988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clrChange>
              <a:clrFrom>
                <a:srgbClr val="224D9B"/>
              </a:clrFrom>
              <a:clrTo>
                <a:srgbClr val="224D9B">
                  <a:alpha val="0"/>
                </a:srgbClr>
              </a:clrTo>
            </a:clrChange>
          </a:blip>
          <a:srcRect l="13116" t="4579" r="16587" b="28825"/>
          <a:stretch/>
        </p:blipFill>
        <p:spPr>
          <a:xfrm>
            <a:off x="10659880" y="6454395"/>
            <a:ext cx="426027" cy="4036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3416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2B5AC4A-3AF3-59E7-0F2E-F02D053155D6}"/>
              </a:ext>
            </a:extLst>
          </p:cNvPr>
          <p:cNvSpPr/>
          <p:nvPr/>
        </p:nvSpPr>
        <p:spPr>
          <a:xfrm>
            <a:off x="1722923" y="1027112"/>
            <a:ext cx="8909658" cy="2228850"/>
          </a:xfrm>
          <a:prstGeom prst="roundRect">
            <a:avLst/>
          </a:prstGeom>
          <a:solidFill>
            <a:srgbClr val="222B64">
              <a:alpha val="85882"/>
            </a:srgbClr>
          </a:solidFill>
          <a:effectLst>
            <a:outerShdw blurRad="50800" dist="38100" dir="2700000" sx="101000" sy="101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BC357-5D40-F0B2-9324-7517E331E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9808"/>
            <a:ext cx="9144000" cy="138345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5600" dirty="0">
                <a:solidFill>
                  <a:schemeClr val="bg1"/>
                </a:solidFill>
              </a:rPr>
              <a:t>Agentic Evolution</a:t>
            </a:r>
            <a:br>
              <a:rPr lang="en-US" altLang="zh-CN" sz="5600" dirty="0">
                <a:solidFill>
                  <a:schemeClr val="bg1"/>
                </a:solidFill>
              </a:rPr>
            </a:br>
            <a:r>
              <a:rPr lang="en-US" altLang="zh-CN" sz="5600" dirty="0">
                <a:solidFill>
                  <a:schemeClr val="bg1"/>
                </a:solidFill>
              </a:rPr>
              <a:t>for Temporal Tasks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B1C79-284D-FB9B-8F06-15E018AB6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7675" y="3752641"/>
            <a:ext cx="9144000" cy="1774855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Zewen Liu</a:t>
            </a:r>
          </a:p>
          <a:p>
            <a:pPr algn="ctr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Department of Computer Science</a:t>
            </a:r>
          </a:p>
          <a:p>
            <a:pPr algn="ctr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Emory University</a:t>
            </a:r>
          </a:p>
          <a:p>
            <a:pPr algn="ctr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Zewen.liu@emory.edu </a:t>
            </a:r>
          </a:p>
          <a:p>
            <a:pPr algn="ctr"/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566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47F796-F9C2-6F47-B62D-2F6E67843B70}"/>
              </a:ext>
            </a:extLst>
          </p:cNvPr>
          <p:cNvSpPr txBox="1"/>
          <p:nvPr/>
        </p:nvSpPr>
        <p:spPr>
          <a:xfrm>
            <a:off x="2926393" y="2269646"/>
            <a:ext cx="6339214" cy="2318707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7200" dirty="0">
                <a:solidFill>
                  <a:schemeClr val="accent1"/>
                </a:solidFill>
              </a:rPr>
              <a:t>Thank You!</a:t>
            </a:r>
          </a:p>
          <a:p>
            <a:pPr algn="ctr">
              <a:buNone/>
            </a:pPr>
            <a:r>
              <a:rPr lang="en-US" sz="4800" dirty="0">
                <a:solidFill>
                  <a:schemeClr val="accent1"/>
                </a:solidFill>
              </a:rPr>
              <a:t>QA</a:t>
            </a:r>
            <a:endParaRPr lang="en-US" sz="4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495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5AD6F6-FF76-7747-B8F9-693BE43A9121}">
  <we:reference id="wa200010001" version="1.0.0.0" store="en-US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22616</TotalTime>
  <Words>26</Words>
  <Application>Microsoft Macintosh PowerPoint</Application>
  <PresentationFormat>Widescreen</PresentationFormat>
  <Paragraphs>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Agentic Evolution for Temporal Tasks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Jin, Wei</dc:creator>
  <cp:lastModifiedBy>Liu, Zewen</cp:lastModifiedBy>
  <cp:revision>690</cp:revision>
  <cp:lastPrinted>2023-10-11T18:50:13Z</cp:lastPrinted>
  <dcterms:created xsi:type="dcterms:W3CDTF">2023-09-10T17:58:06Z</dcterms:created>
  <dcterms:modified xsi:type="dcterms:W3CDTF">2026-04-29T03:54:48Z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2026-03-16T18:08:09Z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f957937a-1d44-4cfd-8092-42d511c5f6f5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